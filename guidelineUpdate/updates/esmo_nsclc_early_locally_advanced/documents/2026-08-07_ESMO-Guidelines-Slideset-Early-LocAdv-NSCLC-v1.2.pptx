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theme/theme4.xml" ContentType="application/vnd.openxmlformats-officedocument.theme+xml"/>
  <Override PartName="/ppt/slideLayouts/slideLayout2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4"/>
    <p:sldMasterId id="2147483663" r:id="rId5"/>
    <p:sldMasterId id="2147483656" r:id="rId6"/>
    <p:sldMasterId id="2147483652" r:id="rId7"/>
    <p:sldMasterId id="2147483654" r:id="rId8"/>
  </p:sldMasterIdLst>
  <p:notesMasterIdLst>
    <p:notesMasterId r:id="rId31"/>
  </p:notesMasterIdLst>
  <p:sldIdLst>
    <p:sldId id="257" r:id="rId9"/>
    <p:sldId id="306" r:id="rId10"/>
    <p:sldId id="362" r:id="rId11"/>
    <p:sldId id="307" r:id="rId12"/>
    <p:sldId id="363" r:id="rId13"/>
    <p:sldId id="261" r:id="rId14"/>
    <p:sldId id="365" r:id="rId15"/>
    <p:sldId id="367" r:id="rId16"/>
    <p:sldId id="368" r:id="rId17"/>
    <p:sldId id="369" r:id="rId18"/>
    <p:sldId id="374" r:id="rId19"/>
    <p:sldId id="371" r:id="rId20"/>
    <p:sldId id="373" r:id="rId21"/>
    <p:sldId id="370" r:id="rId22"/>
    <p:sldId id="375" r:id="rId23"/>
    <p:sldId id="378" r:id="rId24"/>
    <p:sldId id="376" r:id="rId25"/>
    <p:sldId id="379" r:id="rId26"/>
    <p:sldId id="309" r:id="rId27"/>
    <p:sldId id="348" r:id="rId28"/>
    <p:sldId id="380" r:id="rId29"/>
    <p:sldId id="259" r:id="rId30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72AE30-D035-7E6A-880E-B65642866803}" name="Samara Smith" initials="SS" userId="S::Samara.Smith@wearetmc.com::007c4f5d-072e-4092-98cf-7176eb55fe8e" providerId="AD"/>
  <p188:author id="{07128432-CDE9-7F51-8010-95D5ED227ABC}" name="Jan McCloud" initials="JM" userId="S::jan.mccloud@wearetmc.com::7a3eac9c-b1f0-4545-9892-4210f8a038ef" providerId="AD"/>
  <p188:author id="{0512C34E-A00B-D330-1686-9945357FE0A7}" name="Claire BRAMLEY - ESMO" initials="CBE" userId="S::claire.bramley@esmo.org::1449f545-f185-4463-b7c5-c0d0586de482" providerId="AD"/>
  <p188:author id="{73091059-19F1-47AC-27ED-FA196337C804}" name="Lydia Fletcher" initials="LF" userId="S::Lydia.fletcher@wearetmc.com::8e618f01-c070-42f9-b7f6-e4621a5eda32" providerId="AD"/>
  <p188:author id="{AD9E3C96-C58E-C108-C872-4F5298F5D1E5}" name="Georgina Challinor" initials="GC" userId="S::georgina.challinor@wearetmc.com::9ba5a276-52fe-41ae-93bd-0a42151e6b6e" providerId="AD"/>
  <p188:author id="{CBDF9E9A-8A2C-4A9F-0467-B1881261203A}" name="Valerie LAFOREST - ESMO" initials="VLE" userId="S::valerie.laforest@esmo.org::b5b273b5-cf36-4780-b6c2-76f5826419a6" providerId="AD"/>
  <p188:author id="{9CB993A4-F5F9-73CB-0863-A751361BF807}" name="Ioanna NTAI - ESMO" initials="INE" userId="S::ioanna.ntai@esmo.org::e50bbfaa-bd12-4941-9e80-2b7319be2005" providerId="AD"/>
  <p188:author id="{C4C534B5-D460-0511-C737-44530F29E9FE}" name="Emily Bown" initials="" userId="S::Emily.Bown@wearetmc.com::099557cd-8d62-4007-9a6b-520efebead65" providerId="AD"/>
  <p188:author id="{6C366DC8-C8FD-C5A0-238D-735F09C8DC1E}" name="Francesco RHO - ESMO" initials="FRE" userId="S::francesco.rho@esmo.org::ad769db0-bce7-4ff5-a3dd-ed77768abef7" providerId="AD"/>
  <p188:author id="{E94806F5-F1DD-79F5-3D8D-85F6927CF9C2}" name="Author" initials="EM" userId="Author" providerId="None"/>
  <p188:author id="{A72347F9-B8C5-70BE-CF98-016739B963B1}" name="Lisa Farrar - ESMO" initials="LHF" userId="Lisa Farrar - ESMO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9F9"/>
    <a:srgbClr val="E3F3F4"/>
    <a:srgbClr val="D1EBEC"/>
    <a:srgbClr val="1D5271"/>
    <a:srgbClr val="B2B6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59" autoAdjust="0"/>
    <p:restoredTop sz="94452"/>
  </p:normalViewPr>
  <p:slideViewPr>
    <p:cSldViewPr>
      <p:cViewPr>
        <p:scale>
          <a:sx n="99" d="100"/>
          <a:sy n="99" d="100"/>
        </p:scale>
        <p:origin x="1712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microsoft.com/office/2018/10/relationships/authors" Target="author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tableStyles" Target="tableStyles.xml"/><Relationship Id="rId8" Type="http://schemas.openxmlformats.org/officeDocument/2006/relationships/slideMaster" Target="slideMasters/slideMaster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D982C2-AB2E-4C5D-B7BE-D4BFF182367E}" type="datetimeFigureOut">
              <a:rPr lang="en-CH" smtClean="0"/>
              <a:t>7/8/26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12B45E-A2F3-4EA5-9CD2-C76316A67F3B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6528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2B45E-A2F3-4EA5-9CD2-C76316A67F3B}" type="slidenum">
              <a:rPr lang="en-CH" smtClean="0"/>
              <a:t>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17928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2B45E-A2F3-4EA5-9CD2-C76316A67F3B}" type="slidenum">
              <a:rPr lang="en-CH" smtClean="0"/>
              <a:t>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550778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2B45E-A2F3-4EA5-9CD2-C76316A67F3B}" type="slidenum">
              <a:rPr lang="en-CH" smtClean="0"/>
              <a:t>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08544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CE1B1-FAE4-52BD-2BD3-E5273431A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341946-7AD2-94B6-968C-68BBE4E3F8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64D06D-FF80-7B42-7BAD-0277D0125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77D5E-1958-FFC2-06EB-BD7B2A24AA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2B45E-A2F3-4EA5-9CD2-C76316A67F3B}" type="slidenum">
              <a:rPr lang="en-CH" smtClean="0"/>
              <a:t>5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846888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2B45E-A2F3-4EA5-9CD2-C76316A67F3B}" type="slidenum">
              <a:rPr lang="en-CH" smtClean="0"/>
              <a:t>6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49309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2B45E-A2F3-4EA5-9CD2-C76316A67F3B}" type="slidenum">
              <a:rPr lang="en-CH" smtClean="0"/>
              <a:t>7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2107385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AD732-DAF6-3F60-A38E-748B47F3E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8DD526-31A6-4D84-EDB1-07CD5193D4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359FFE-1E9D-71E6-CB99-5F528BBBAD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7960A-F1A3-FD30-5345-B74592645E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2B45E-A2F3-4EA5-9CD2-C76316A67F3B}" type="slidenum">
              <a:rPr lang="en-CH" smtClean="0"/>
              <a:t>8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808503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290F3-1B66-F42C-17B9-A8645D276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6EB31A-B0FF-3482-666E-98EA97FF8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D74BD6-C023-FD0C-ACA4-C2390B44EE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64056-3F3F-3D95-16BE-05211138A4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2B45E-A2F3-4EA5-9CD2-C76316A67F3B}" type="slidenum">
              <a:rPr lang="en-CH" smtClean="0"/>
              <a:t>9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4069255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F3DB9-948F-0CE3-A3FA-299D602FE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775EB6-B8A9-F59C-0A1D-4AA7438EBF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BED5E4-CC98-C6D5-DCE2-5904B4667A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0AD5BC-3823-4EEF-BC64-C18F6CD248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2B45E-A2F3-4EA5-9CD2-C76316A67F3B}" type="slidenum">
              <a:rPr lang="en-CH" smtClean="0"/>
              <a:t>10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901735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013DC-C261-9A08-189D-0D03F6A3B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41E7EE-5386-0E8F-E938-A621AE3843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BA6EF8-7F7B-A8D0-3CC5-D31D911042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97DE5D-E6CF-6312-3AD5-7E945B4835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2B45E-A2F3-4EA5-9CD2-C76316A67F3B}" type="slidenum">
              <a:rPr lang="en-CH" smtClean="0"/>
              <a:t>11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5852556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2EFF8-4C76-4F14-EDCA-A69400033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1E97E9-0271-4A1A-381B-A0C199825D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009345-27FD-3283-887A-3047DCC7BB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CE59A-FDEB-03D9-D1E0-409A97F8CA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2B45E-A2F3-4EA5-9CD2-C76316A67F3B}" type="slidenum">
              <a:rPr lang="en-CH" smtClean="0"/>
              <a:t>12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423606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B28EA-9729-A0D7-96F1-29277C5C8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195E2-40C7-A58C-CDDB-76C2ABBD17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A1B018-51EF-E859-8E0B-CDF89FE9B0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4FA788-B819-E0CC-50D5-3D954DE5EA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2B45E-A2F3-4EA5-9CD2-C76316A67F3B}" type="slidenum">
              <a:rPr lang="en-CH" smtClean="0"/>
              <a:t>13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825449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8D676-4388-384D-530A-FC81E9978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6661C7-2A3C-249C-EA4C-4A6076D0DF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5E4E7B-01EE-170E-6D74-D0D3273AE8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FA0AC-C888-0CD2-A94A-852551F468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2B45E-A2F3-4EA5-9CD2-C76316A67F3B}" type="slidenum">
              <a:rPr lang="en-CH" smtClean="0"/>
              <a:t>14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096091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6E290-C603-F685-D473-C27268A9F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FB01C6-DD77-A075-2987-CF65704716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D0153F-5FEA-D181-F1D2-227C9624D6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221FE-A9F5-7D14-166F-8B3DC2ABCE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2B45E-A2F3-4EA5-9CD2-C76316A67F3B}" type="slidenum">
              <a:rPr lang="en-CH" smtClean="0"/>
              <a:t>15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928613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6CACB-E3B2-5D8E-3602-B683EAFFF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AF0160-3DBA-84A3-10FD-AF7296299F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67CA4C-703E-6CC5-1AA7-94453BE0A8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F0EBC-7ABB-930E-AA20-0241ED3FCF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2B45E-A2F3-4EA5-9CD2-C76316A67F3B}" type="slidenum">
              <a:rPr lang="en-CH" smtClean="0"/>
              <a:t>16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1257630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04883-5342-A34A-8974-15679FD46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70494-6D61-FEE4-5DE9-0A83A475E4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83D88A-2CC5-2668-CB34-7A3C89B63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99C64-FBB3-05C3-BAC6-3C9D09FAD2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2B45E-A2F3-4EA5-9CD2-C76316A67F3B}" type="slidenum">
              <a:rPr lang="en-CH" smtClean="0"/>
              <a:t>17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849002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DC334-0197-A561-D56D-9F688DAC4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941289-1701-E789-D351-32C4C919BB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9BA864-1872-D415-4EAF-6756E54343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CFFD2-52BB-1D5B-265F-E9AE7DC885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2B45E-A2F3-4EA5-9CD2-C76316A67F3B}" type="slidenum">
              <a:rPr lang="en-CH" smtClean="0"/>
              <a:t>18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184865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2B45E-A2F3-4EA5-9CD2-C76316A67F3B}" type="slidenum">
              <a:rPr lang="en-CH" smtClean="0"/>
              <a:t>19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219867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2B45E-A2F3-4EA5-9CD2-C76316A67F3B}" type="slidenum">
              <a:rPr lang="en-CH" smtClean="0"/>
              <a:t>20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177806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2B45E-A2F3-4EA5-9CD2-C76316A67F3B}" type="slidenum">
              <a:rPr lang="en-CH" smtClean="0"/>
              <a:t>21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42583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0781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D6CAAAA-CB25-A251-CDF4-F0C9836CFA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537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BD423B-8474-499E-6B74-F522E267B4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504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0B1A52-E9B8-C9F7-5F25-619287FEED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964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5845A2-F609-F0C7-FEDF-83CA4D2791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963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D59026-CCFC-1085-DE7B-FAFB4D1794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45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87B8FB-CAF5-DC3B-1398-B4260E7B5E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32702A-D43B-74DC-96CD-8F94F61123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481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1A177B-FD58-54AC-7ACA-7350C3E973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712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414BF0-31A1-8E97-8087-9B5C56B24C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161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8A620B-C2E9-CDC1-493D-E27D2446E0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552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0D3ACAF-89BA-3132-18B4-33CF136877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3720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17B423-3996-259B-6F29-41196061CF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9284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AE30BD-C371-CFD6-4798-C43F0A26FF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203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32A359-8584-9717-1404-B1ABB3354E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144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BCC4B7-7567-A624-99EE-4FDF8C7C8E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3900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F4E958-189F-7552-0CE4-CA321C1A43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7355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0E2804-626F-82E3-A14E-F7AAFF3A8E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6555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96C280-7E3D-BAC7-7704-DC293192CE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3126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148F0F-88E4-212F-7537-E8D42B3CB2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3426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419D555-DE19-C54D-FD90-B763BD0E9D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3503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0F1150-FD60-4020-91ED-8BAD619FD4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4562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41D566-EECE-E369-C9CA-F339E8F641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6813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BBE210-56ED-E1E6-3AD9-BC7C85CB28A6}"/>
              </a:ext>
            </a:extLst>
          </p:cNvPr>
          <p:cNvSpPr txBox="1"/>
          <p:nvPr userDrawn="1"/>
        </p:nvSpPr>
        <p:spPr>
          <a:xfrm>
            <a:off x="594096" y="1272568"/>
            <a:ext cx="298586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1D5271"/>
                </a:solidFill>
                <a:latin typeface="Arial Narrow" panose="020B0606020202030204" pitchFamily="34" charset="0"/>
                <a:ea typeface="Arial" charset="0"/>
                <a:cs typeface="Arial" charset="0"/>
              </a:rPr>
              <a:t>ESMO Early and Locally Advanced NSCLC Living Guideline </a:t>
            </a:r>
            <a:br>
              <a:rPr lang="en-US" sz="1000" dirty="0">
                <a:solidFill>
                  <a:srgbClr val="1D5271"/>
                </a:solidFill>
                <a:latin typeface="Arial Narrow" panose="020B0606020202030204" pitchFamily="34" charset="0"/>
                <a:ea typeface="Arial" charset="0"/>
                <a:cs typeface="Arial" charset="0"/>
              </a:rPr>
            </a:br>
            <a:r>
              <a:rPr lang="en-US" sz="1000" dirty="0">
                <a:solidFill>
                  <a:srgbClr val="1D5271"/>
                </a:solidFill>
                <a:latin typeface="Arial Narrow" panose="020B0606020202030204" pitchFamily="34" charset="0"/>
                <a:ea typeface="Arial" charset="0"/>
                <a:cs typeface="Arial" charset="0"/>
              </a:rPr>
              <a:t>v1.2 June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00D6E1-AA40-ED48-E3C0-F4680FEAAB74}"/>
              </a:ext>
            </a:extLst>
          </p:cNvPr>
          <p:cNvSpPr txBox="1"/>
          <p:nvPr userDrawn="1"/>
        </p:nvSpPr>
        <p:spPr>
          <a:xfrm>
            <a:off x="3898143" y="6377728"/>
            <a:ext cx="76899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Arial" charset="0"/>
                <a:cs typeface="Arial" charset="0"/>
              </a:rPr>
              <a:t>© 2026 ESMO. All rights reserved https://www.esmo.org/guidelines/living-guidelines/esmo-living-guideline-early-and-locally-advanced-nsclc</a:t>
            </a:r>
          </a:p>
        </p:txBody>
      </p:sp>
    </p:spTree>
    <p:extLst>
      <p:ext uri="{BB962C8B-B14F-4D97-AF65-F5344CB8AC3E}">
        <p14:creationId xmlns:p14="http://schemas.microsoft.com/office/powerpoint/2010/main" val="777827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28" userDrawn="1">
          <p15:clr>
            <a:srgbClr val="FBAE40"/>
          </p15:clr>
        </p15:guide>
        <p15:guide id="2" pos="7333" userDrawn="1">
          <p15:clr>
            <a:srgbClr val="FBAE40"/>
          </p15:clr>
        </p15:guide>
        <p15:guide id="3" pos="6788" userDrawn="1">
          <p15:clr>
            <a:srgbClr val="FBAE40"/>
          </p15:clr>
        </p15:guide>
        <p15:guide id="4" orient="horz" pos="391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340C8D-9F5C-AE22-CCC9-51BD3A646668}"/>
              </a:ext>
            </a:extLst>
          </p:cNvPr>
          <p:cNvSpPr/>
          <p:nvPr userDrawn="1"/>
        </p:nvSpPr>
        <p:spPr>
          <a:xfrm>
            <a:off x="1371600" y="6259689"/>
            <a:ext cx="423333" cy="3104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2361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2708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4.xml"/><Relationship Id="rId21" Type="http://schemas.openxmlformats.org/officeDocument/2006/relationships/slideLayout" Target="../slideLayouts/slideLayout22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0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Relationship Id="rId22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088"/>
          <a:stretch/>
        </p:blipFill>
        <p:spPr>
          <a:xfrm>
            <a:off x="0" y="0"/>
            <a:ext cx="12192000" cy="58918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89B97C2-EC17-8AB5-E77A-7355E96116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7" t="5507" r="65542" b="73623"/>
          <a:stretch/>
        </p:blipFill>
        <p:spPr>
          <a:xfrm>
            <a:off x="320907" y="278296"/>
            <a:ext cx="3963503" cy="1470991"/>
          </a:xfrm>
          <a:prstGeom prst="rect">
            <a:avLst/>
          </a:prstGeom>
        </p:spPr>
      </p:pic>
      <p:pic>
        <p:nvPicPr>
          <p:cNvPr id="4" name="Picture 3" descr="A purple and white logo&#10;&#10;AI-generated content may be incorrect.">
            <a:extLst>
              <a:ext uri="{FF2B5EF4-FFF2-40B4-BE49-F238E27FC236}">
                <a16:creationId xmlns:a16="http://schemas.microsoft.com/office/drawing/2014/main" id="{3D5465AE-6C7D-3BE4-CA06-BC11180A192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4060" y="6152234"/>
            <a:ext cx="978738" cy="40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042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2" userDrawn="1">
          <p15:clr>
            <a:srgbClr val="F26B43"/>
          </p15:clr>
        </p15:guide>
        <p15:guide id="2" orient="horz" pos="7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6340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  <p:sldLayoutId id="2147483685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4" y="-9940"/>
            <a:ext cx="12192001" cy="68580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4137985-4136-AE6B-6B6D-9FFE5CDADDD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7" t="5507" r="65542" b="80441"/>
          <a:stretch>
            <a:fillRect/>
          </a:stretch>
        </p:blipFill>
        <p:spPr>
          <a:xfrm>
            <a:off x="320907" y="278297"/>
            <a:ext cx="3963503" cy="99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3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7088401-961E-7355-738E-BF979837300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7" t="5507" r="65542" b="80441"/>
          <a:stretch>
            <a:fillRect/>
          </a:stretch>
        </p:blipFill>
        <p:spPr>
          <a:xfrm>
            <a:off x="320907" y="278297"/>
            <a:ext cx="3963503" cy="99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521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432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663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6457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BECD3-BB22-89BE-3491-EAE6FB46B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0663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271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0E5D6-7D0F-CD71-E33E-F47EFE4A7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5839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4134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73758-B004-39AE-8E17-88E5D6FE0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0166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179A6-B82C-5FEF-30AE-C3986B089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5272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0CB7D-5518-77B0-3173-54720F57A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6568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B6B4B-87DA-1B92-B803-16F7EC09C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4212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6B041-969D-EA91-4EF4-2FB53EA9A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6772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09C10-23ED-79F8-A16F-FF6C7A22B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4282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934B7-467D-12AA-CE6B-5645AC9F5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7491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87787-5783-CB3A-B6B4-376D8A7B1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7711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AEB7F-C58E-EA2E-C550-86E8049C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57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5FFA5-3037-C045-6252-FBDFBB13B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9087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A83D3-A45B-968F-591B-60F2A5F83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38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5E035-901C-64A2-25FB-141A4D79C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78577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92567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0029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76951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068756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AB7B4110EB5440BE5370393EC3050F" ma:contentTypeVersion="18" ma:contentTypeDescription="Crée un document." ma:contentTypeScope="" ma:versionID="23e142b340b56352c99d00c54ab006aa">
  <xsd:schema xmlns:xsd="http://www.w3.org/2001/XMLSchema" xmlns:xs="http://www.w3.org/2001/XMLSchema" xmlns:p="http://schemas.microsoft.com/office/2006/metadata/properties" xmlns:ns2="4fd04a78-78d1-47a2-b92f-84ee2b95f608" xmlns:ns3="235ff43d-26a7-42ea-a8c4-18be9aacb69b" targetNamespace="http://schemas.microsoft.com/office/2006/metadata/properties" ma:root="true" ma:fieldsID="c97f6ed16f0472f7de59e49a88b27a46" ns2:_="" ns3:_="">
    <xsd:import namespace="4fd04a78-78d1-47a2-b92f-84ee2b95f608"/>
    <xsd:import namespace="235ff43d-26a7-42ea-a8c4-18be9aacb6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d04a78-78d1-47a2-b92f-84ee2b95f6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alises d’images" ma:readOnly="false" ma:fieldId="{5cf76f15-5ced-4ddc-b409-7134ff3c332f}" ma:taxonomyMulti="true" ma:sspId="d8878626-82f3-48be-ba60-4576c689d0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5ff43d-26a7-42ea-a8c4-18be9aacb69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93a767d-f903-4650-9190-59bc6f85dd0d}" ma:internalName="TaxCatchAll" ma:showField="CatchAllData" ma:web="235ff43d-26a7-42ea-a8c4-18be9aacb6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fd04a78-78d1-47a2-b92f-84ee2b95f608">
      <Terms xmlns="http://schemas.microsoft.com/office/infopath/2007/PartnerControls"/>
    </lcf76f155ced4ddcb4097134ff3c332f>
    <TaxCatchAll xmlns="235ff43d-26a7-42ea-a8c4-18be9aacb69b" xsi:nil="true"/>
    <SharedWithUsers xmlns="235ff43d-26a7-42ea-a8c4-18be9aacb69b">
      <UserInfo>
        <DisplayName>Claire BRAMLEY - ESMO</DisplayName>
        <AccountId>20</AccountId>
        <AccountType/>
      </UserInfo>
      <UserInfo>
        <DisplayName>Ioanna NTAI - ESMO</DisplayName>
        <AccountId>2981</AccountId>
        <AccountType/>
      </UserInfo>
      <UserInfo>
        <DisplayName>Francesco RHO - ESMO</DisplayName>
        <AccountId>27</AccountId>
        <AccountType/>
      </UserInfo>
      <UserInfo>
        <DisplayName>Valerie LAFOREST - ESMO</DisplayName>
        <AccountId>30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52921B7-9298-4DD6-84CC-00694A3BF020}"/>
</file>

<file path=customXml/itemProps2.xml><?xml version="1.0" encoding="utf-8"?>
<ds:datastoreItem xmlns:ds="http://schemas.openxmlformats.org/officeDocument/2006/customXml" ds:itemID="{8A986953-F586-4257-8CDD-FD9FF7BDDD12}">
  <ds:schemaRefs>
    <ds:schemaRef ds:uri="http://schemas.microsoft.com/office/infopath/2007/PartnerControls"/>
    <ds:schemaRef ds:uri="235ff43d-26a7-42ea-a8c4-18be9aacb69b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4fd04a78-78d1-47a2-b92f-84ee2b95f608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854827E-572A-4428-BDC9-D7CB936DBFE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20</Words>
  <Application>Microsoft Macintosh PowerPoint</Application>
  <PresentationFormat>Widescreen</PresentationFormat>
  <Paragraphs>20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Arial Narrow</vt:lpstr>
      <vt:lpstr>Calibri</vt:lpstr>
      <vt:lpstr>Custom Design</vt:lpstr>
      <vt:lpstr>5_Custom Design</vt:lpstr>
      <vt:lpstr>3_Custom Design</vt:lpstr>
      <vt:lpstr>1_Custom Design</vt:lpstr>
      <vt:lpstr>2_Custom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Francesco RHO - ESMO</dc:creator>
  <cp:lastModifiedBy>Lydia Fletcher</cp:lastModifiedBy>
  <cp:revision>59</cp:revision>
  <dcterms:created xsi:type="dcterms:W3CDTF">2024-05-27T12:42:41Z</dcterms:created>
  <dcterms:modified xsi:type="dcterms:W3CDTF">2026-07-08T08:39:30Z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0x010100FDAB7B4110EB5440BE5370393EC3050F</vt:lpwstr>
  </property>
  <property fmtid="{D5CDD505-2E9C-101B-9397-08002B2CF9AE}" pid="3" name="MediaServiceImageTags">
    <vt:lpwstr/>
  </property>
</Properties>
</file>